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wrap="square">
            <a:normAutofit/>
          </a:bodyPr>
          <a:p/>
        </p:txBody>
      </p:sp>
      <p:sp>
        <p:nvSpPr>
          <p:cNvPr id="3" name="Text 1"/>
          <p:cNvSpPr txBox="1"/>
          <p:nvPr/>
        </p:nvSpPr>
        <p:spPr>
          <a:xfrm>
            <a:off x="777240" y="676656"/>
            <a:ext cx="2423160" cy="347472"/>
          </a:xfrm>
          <a:prstGeom prst="rect">
            <a:avLst/>
          </a:prstGeom>
          <a:noFill/>
          <a:ln/>
        </p:spPr>
        <p:txBody>
          <a:bodyPr wrap="square" lIns="0" tIns="0" rIns="0" bIns="0" rtlCol="0" anchor="ctr">
            <a:normAutofit/>
          </a:bodyP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normAutofit/>
          </a:bodyP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normAutofit/>
          </a:bodyP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normAutofit/>
          </a:bodyP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normAutofit/>
          </a:bodyPr>
          <a:lstStyle/>
          <a:p>
            <a:endParaRPr lang="en-IN"/>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lIns="63500" rIns="63500" tIns="63500" bIns="63500">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lIns="63500" rIns="63500" tIns="63500" bIns="63500">
            <a:normAutofit/>
          </a:bodyPr>
          <a:lstStyle/>
          <a:p>
            <a:endParaRPr lang="en-IN"/>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wrap="square">
            <a:normAutofit/>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normAutofit/>
          </a:bodyPr>
          <a:lstStyle/>
          <a:p>
            <a:endParaRPr lang="en-IN"/>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lIns="63500" rIns="63500" tIns="63500" bIns="63500">
            <a:normAutofit/>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lIns="63500" rIns="63500" tIns="63500" bIns="63500">
            <a:normAutofit/>
          </a:bodyPr>
          <a:lstStyle/>
          <a:p>
            <a:endParaRPr lang="en-IN"/>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ormAutofit/>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normAutofit/>
          </a:bodyPr>
          <a:lstStyle/>
          <a:p>
            <a:endParaRPr lang="en-IN" dirty="0"/>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lIns="63500" rIns="63500" tIns="63500" bIns="63500">
            <a:normAutofit/>
          </a:bodyPr>
          <a:lstStyle/>
          <a:p>
            <a:r>
              <a:rPr lang="en-US" sz="105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lIns="63500" rIns="63500" tIns="63500" bIns="63500">
            <a:normAutofit/>
          </a:bodyPr>
          <a:lstStyle/>
          <a:p>
            <a:endParaRPr lang="en-IN" dirty="0"/>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lIns="63500" rIns="63500" tIns="63500" bIns="63500">
            <a:normAutofit/>
          </a:bodyPr>
          <a:lstStyle/>
          <a:p>
            <a:pPr>
              <a:spcAft>
                <a:spcPts val="500"/>
              </a:spcAft>
              <a:buSzPct val="100000"/>
            </a:pPr>
            <a:r>
              <a:rPr lang="en-US" sz="10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lIns="63500" rIns="63500" tIns="63500" bIns="63500">
            <a:normAutofit/>
          </a:bodyPr>
          <a:lstStyle/>
          <a:p>
            <a:endParaRPr lang="en-IN" dirty="0"/>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ormAutofit/>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normAutofit/>
          </a:bodyPr>
          <a:lstStyle/>
          <a:p>
            <a:endParaRPr lang="en-IN" dirty="0"/>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wrap="square">
            <a:normAutofit/>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wrap="square">
            <a:normAutofit/>
          </a:bodyPr>
          <a:lstStyle/>
          <a:p>
            <a:endParaRPr lang="en-IN" dirty="0"/>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wrap="square">
            <a:normAutofit/>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wrap="square">
            <a:normAutofit/>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(Y/N)</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(Y/N)</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Demo video, max 5 minutes (YouTube or Drive link)</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(Y/N)</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normAutofit/>
          </a:bodyP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normAutofit/>
          </a:bodyP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